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2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27517-6199-4259-8EF5-CFBF0E7863AD}" type="datetimeFigureOut">
              <a:rPr lang="es-MX" smtClean="0"/>
              <a:t>27/03/2014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E10D-917A-4622-A91D-4B11014E754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35481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27517-6199-4259-8EF5-CFBF0E7863AD}" type="datetimeFigureOut">
              <a:rPr lang="es-MX" smtClean="0"/>
              <a:t>27/03/2014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E10D-917A-4622-A91D-4B11014E754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71253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27517-6199-4259-8EF5-CFBF0E7863AD}" type="datetimeFigureOut">
              <a:rPr lang="es-MX" smtClean="0"/>
              <a:t>27/03/2014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E10D-917A-4622-A91D-4B11014E754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92944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27517-6199-4259-8EF5-CFBF0E7863AD}" type="datetimeFigureOut">
              <a:rPr lang="es-MX" smtClean="0"/>
              <a:t>27/03/2014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E10D-917A-4622-A91D-4B11014E754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49564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27517-6199-4259-8EF5-CFBF0E7863AD}" type="datetimeFigureOut">
              <a:rPr lang="es-MX" smtClean="0"/>
              <a:t>27/03/2014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E10D-917A-4622-A91D-4B11014E754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16868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27517-6199-4259-8EF5-CFBF0E7863AD}" type="datetimeFigureOut">
              <a:rPr lang="es-MX" smtClean="0"/>
              <a:t>27/03/2014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E10D-917A-4622-A91D-4B11014E754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8812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27517-6199-4259-8EF5-CFBF0E7863AD}" type="datetimeFigureOut">
              <a:rPr lang="es-MX" smtClean="0"/>
              <a:t>27/03/2014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E10D-917A-4622-A91D-4B11014E754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72201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27517-6199-4259-8EF5-CFBF0E7863AD}" type="datetimeFigureOut">
              <a:rPr lang="es-MX" smtClean="0"/>
              <a:t>27/03/2014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E10D-917A-4622-A91D-4B11014E754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76673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27517-6199-4259-8EF5-CFBF0E7863AD}" type="datetimeFigureOut">
              <a:rPr lang="es-MX" smtClean="0"/>
              <a:t>27/03/2014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E10D-917A-4622-A91D-4B11014E754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74969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27517-6199-4259-8EF5-CFBF0E7863AD}" type="datetimeFigureOut">
              <a:rPr lang="es-MX" smtClean="0"/>
              <a:t>27/03/2014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E10D-917A-4622-A91D-4B11014E754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1296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27517-6199-4259-8EF5-CFBF0E7863AD}" type="datetimeFigureOut">
              <a:rPr lang="es-MX" smtClean="0"/>
              <a:t>27/03/2014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E10D-917A-4622-A91D-4B11014E754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56126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927517-6199-4259-8EF5-CFBF0E7863AD}" type="datetimeFigureOut">
              <a:rPr lang="es-MX" smtClean="0"/>
              <a:t>27/03/2014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0E10D-917A-4622-A91D-4B11014E754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27374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001" y="1052736"/>
            <a:ext cx="7879998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268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006" y="836713"/>
            <a:ext cx="7917990" cy="5184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37093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Presentación en pantalla (4:3)</PresentationFormat>
  <Paragraphs>0</Paragraphs>
  <Slides>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3" baseType="lpstr">
      <vt:lpstr>Tema de Office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ERIC MAGAR MEURS</dc:creator>
  <cp:lastModifiedBy>ERIC MAGAR MEURS</cp:lastModifiedBy>
  <cp:revision>1</cp:revision>
  <dcterms:created xsi:type="dcterms:W3CDTF">2014-03-27T19:02:21Z</dcterms:created>
  <dcterms:modified xsi:type="dcterms:W3CDTF">2014-03-27T19:04:37Z</dcterms:modified>
</cp:coreProperties>
</file>